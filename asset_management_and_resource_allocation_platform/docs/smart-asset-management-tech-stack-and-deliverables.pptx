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  <Relationship Id="rId9" Type="http://schemas.openxmlformats.org/officeDocument/2006/relationships/slideMaster" Target="slideMasters/slideMaster1.xml"/>
  <Relationship Id="rId1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685F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Smart Asset Management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Full-stack project for inventory tracking, resource booking, approvals, issue-return flow and analytics.</a:t>
            </a:r>
          </a:p>
          <a:p>
            <a:pPr marL="342900" indent="-171450">
              <a:buChar char="•"/>
            </a:pPr>
            <a:r>
              <a:rPr lang="en-US" sz="2300"/>
              <a:t>Built with plain, reproducible technologies and human-readable 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96D2C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Mandatory Deliverables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Working application: complete source code</a:t>
            </a:r>
          </a:p>
          <a:p>
            <a:pPr marL="342900" indent="-171450">
              <a:buChar char="•"/>
            </a:pPr>
            <a:r>
              <a:rPr lang="en-US" sz="2300"/>
              <a:t>Design document: PDF included</a:t>
            </a:r>
          </a:p>
          <a:p>
            <a:pPr marL="342900" indent="-171450">
              <a:buChar char="•"/>
            </a:pPr>
            <a:r>
              <a:rPr lang="en-US" sz="2300"/>
              <a:t>Repository contents: source, database scripts and docs</a:t>
            </a:r>
          </a:p>
          <a:p>
            <a:pPr marL="342900" indent="-171450">
              <a:buChar char="•"/>
            </a:pPr>
            <a:r>
              <a:rPr lang="en-US" sz="2300"/>
              <a:t>README: setup, stack, features and API overview</a:t>
            </a:r>
          </a:p>
          <a:p>
            <a:pPr marL="342900" indent="-171450">
              <a:buChar char="•"/>
            </a:pPr>
            <a:r>
              <a:rPr lang="en-US" sz="2300"/>
              <a:t>Demo video: workflow checklist included for recording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685F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Backend Bucket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Python HTTP server</a:t>
            </a:r>
          </a:p>
          <a:p>
            <a:pPr marL="342900" indent="-171450">
              <a:buChar char="•"/>
            </a:pPr>
            <a:r>
              <a:rPr lang="en-US" sz="2300"/>
              <a:t>REST-style JSON API</a:t>
            </a:r>
          </a:p>
          <a:p>
            <a:pPr marL="342900" indent="-171450">
              <a:buChar char="•"/>
            </a:pPr>
            <a:r>
              <a:rPr lang="en-US" sz="2300"/>
              <a:t>Signed HTTP-only cookie sessions</a:t>
            </a:r>
          </a:p>
          <a:p>
            <a:pPr marL="342900" indent="-171450">
              <a:buChar char="•"/>
            </a:pPr>
            <a:r>
              <a:rPr lang="en-US" sz="2300"/>
              <a:t>PBKDF2 password hashing</a:t>
            </a:r>
          </a:p>
          <a:p>
            <a:pPr marL="342900" indent="-171450">
              <a:buChar char="•"/>
            </a:pPr>
            <a:r>
              <a:rPr lang="en-US" sz="2300"/>
              <a:t>Role checks for admin-only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96D2C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Database Bucket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SQLite database</a:t>
            </a:r>
          </a:p>
          <a:p>
            <a:pPr marL="342900" indent="-171450">
              <a:buChar char="•"/>
            </a:pPr>
            <a:r>
              <a:rPr lang="en-US" sz="2300"/>
              <a:t>users, assets and bookings tables</a:t>
            </a:r>
          </a:p>
          <a:p>
            <a:pPr marL="342900" indent="-171450">
              <a:buChar char="•"/>
            </a:pPr>
            <a:r>
              <a:rPr lang="en-US" sz="2300"/>
              <a:t>Foreign keys and indexes</a:t>
            </a:r>
          </a:p>
          <a:p>
            <a:pPr marL="342900" indent="-171450">
              <a:buChar char="•"/>
            </a:pPr>
            <a:r>
              <a:rPr lang="en-US" sz="2300"/>
              <a:t>Seed data for admin, user, assets and demo bookings</a:t>
            </a:r>
          </a:p>
          <a:p>
            <a:pPr marL="342900" indent="-171450">
              <a:buChar char="•"/>
            </a:pPr>
            <a:r>
              <a:rPr lang="en-US" sz="2300"/>
              <a:t>Availability calculated from overlapping active bookings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685F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Frontend Bucket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HTML, CSS and vanilla JavaScript</a:t>
            </a:r>
          </a:p>
          <a:p>
            <a:pPr marL="342900" indent="-171450">
              <a:buChar char="•"/>
            </a:pPr>
            <a:r>
              <a:rPr lang="en-US" sz="2300"/>
              <a:t>Responsive single-page dashboard</a:t>
            </a:r>
          </a:p>
          <a:p>
            <a:pPr marL="342900" indent="-171450">
              <a:buChar char="•"/>
            </a:pPr>
            <a:r>
              <a:rPr lang="en-US" sz="2300"/>
              <a:t>Role-aware admin and user controls</a:t>
            </a:r>
          </a:p>
          <a:p>
            <a:pPr marL="342900" indent="-171450">
              <a:buChar char="•"/>
            </a:pPr>
            <a:r>
              <a:rPr lang="en-US" sz="2300"/>
              <a:t>Asset search and category filters</a:t>
            </a:r>
          </a:p>
          <a:p>
            <a:pPr marL="342900" indent="-171450">
              <a:buChar char="•"/>
            </a:pPr>
            <a:r>
              <a:rPr lang="en-US" sz="2300"/>
              <a:t>Analytics cards and utilization bars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96D2C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Core Workflows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User registers or logs in</a:t>
            </a:r>
          </a:p>
          <a:p>
            <a:pPr marL="342900" indent="-171450">
              <a:buChar char="•"/>
            </a:pPr>
            <a:r>
              <a:rPr lang="en-US" sz="2300"/>
              <a:t>User browses assets and submits booking request</a:t>
            </a:r>
          </a:p>
          <a:p>
            <a:pPr marL="342900" indent="-171450">
              <a:buChar char="•"/>
            </a:pPr>
            <a:r>
              <a:rPr lang="en-US" sz="2300"/>
              <a:t>Admin approves or rejects the request</a:t>
            </a:r>
          </a:p>
          <a:p>
            <a:pPr marL="342900" indent="-171450">
              <a:buChar char="•"/>
            </a:pPr>
            <a:r>
              <a:rPr lang="en-US" sz="2300"/>
              <a:t>Admin issues the asset and marks it returned</a:t>
            </a:r>
          </a:p>
          <a:p>
            <a:pPr marL="342900" indent="-171450">
              <a:buChar char="•"/>
            </a:pPr>
            <a:r>
              <a:rPr lang="en-US" sz="2300"/>
              <a:t>Users and admins view history and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685F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Project Structure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backend: API, auth and database access</a:t>
            </a:r>
          </a:p>
          <a:p>
            <a:pPr marL="342900" indent="-171450">
              <a:buChar char="•"/>
            </a:pPr>
            <a:r>
              <a:rPr lang="en-US" sz="2300"/>
              <a:t>frontend: index, styles and browser logic</a:t>
            </a:r>
          </a:p>
          <a:p>
            <a:pPr marL="342900" indent="-171450">
              <a:buChar char="•"/>
            </a:pPr>
            <a:r>
              <a:rPr lang="en-US" sz="2300"/>
              <a:t>database: schema and seed data</a:t>
            </a:r>
          </a:p>
          <a:p>
            <a:pPr marL="342900" indent="-171450">
              <a:buChar char="•"/>
            </a:pPr>
            <a:r>
              <a:rPr lang="en-US" sz="2300"/>
              <a:t>docs: design source</a:t>
            </a:r>
          </a:p>
          <a:p>
            <a:pPr marL="342900" indent="-171450">
              <a:buChar char="•"/>
            </a:pPr>
            <a:r>
              <a:rPr lang="en-US" sz="2300"/>
              <a:t>outputs: final PDF and PPT deliverables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96D2C"/>
          </a:solidFill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914400" y="640080"/>
            <a:ext cx="10515600" cy="10515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900" b="1">
                <a:solidFill>
                  <a:srgbClr val="202124"/>
                </a:solidFill>
              </a:rPr>
              <a:t>Run and Demo</a:t>
            </a:r>
          </a:p>
        </p:txBody>
      </p:sp>
      <p:sp>
        <p:nvSpPr>
          <p:cNvPr id="4" name="Body"/>
          <p:cNvSpPr/>
          <p:nvPr/>
        </p:nvSpPr>
        <p:spPr>
          <a:xfrm>
            <a:off x="1021080" y="1950720"/>
            <a:ext cx="993648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 lIns="304800" tIns="254000" rIns="304800" bIns="254000"/>
          <a:lstStyle/>
          <a:p>
            <a:pPr marL="342900" indent="-171450">
              <a:buChar char="•"/>
            </a:pPr>
            <a:r>
              <a:rPr lang="en-US" sz="2300"/>
              <a:t>Start: python3 backend/app.py</a:t>
            </a:r>
          </a:p>
          <a:p>
            <a:pPr marL="342900" indent="-171450">
              <a:buChar char="•"/>
            </a:pPr>
            <a:r>
              <a:rPr lang="en-US" sz="2300"/>
              <a:t>Open: http://127.0.0.1:8000</a:t>
            </a:r>
          </a:p>
          <a:p>
            <a:pPr marL="342900" indent="-171450">
              <a:buChar char="•"/>
            </a:pPr>
            <a:r>
              <a:rPr lang="en-US" sz="2300"/>
              <a:t>Admin: admin@example.com / password123</a:t>
            </a:r>
          </a:p>
          <a:p>
            <a:pPr marL="342900" indent="-171450">
              <a:buChar char="•"/>
            </a:pPr>
            <a:r>
              <a:rPr lang="en-US" sz="2300"/>
              <a:t>User: riya@example.com / password123</a:t>
            </a:r>
          </a:p>
          <a:p>
            <a:pPr marL="342900" indent="-171450">
              <a:buChar char="•"/>
            </a:pPr>
            <a:r>
              <a:rPr lang="en-US" sz="2300"/>
              <a:t>Demo path: login, book, approve, issue, return,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Asset Theme">
  <a:themeElements>
    <a:clrScheme name="Smart Asset">
      <a:dk1>
        <a:srgbClr val="202124"/>
      </a:dk1>
      <a:lt1>
        <a:srgbClr val="FFFFFF"/>
      </a:lt1>
      <a:dk2>
        <a:srgbClr val="0B463F"/>
      </a:dk2>
      <a:lt2>
        <a:srgbClr val="F5F7FB"/>
      </a:lt2>
      <a:accent1>
        <a:srgbClr val="12685F"/>
      </a:accent1>
      <a:accent2>
        <a:srgbClr val="C96D2C"/>
      </a:accent2>
      <a:accent3>
        <a:srgbClr val="667085"/>
      </a:accent3>
      <a:accent4>
        <a:srgbClr val="15803D"/>
      </a:accent4>
      <a:accent5>
        <a:srgbClr val="B42318"/>
      </a:accent5>
      <a:accent6>
        <a:srgbClr val="D8DEE8"/>
      </a:accent6>
      <a:hlink>
        <a:srgbClr val="12685F"/>
      </a:hlink>
      <a:folHlink>
        <a:srgbClr val="667085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Asset Management Tech Stack and Deliverables</dc:title>
  <dc:creator>Codex</dc:creator>
</cp:coreProperties>
</file>